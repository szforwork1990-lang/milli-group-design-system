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7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56E5F2F-721B-E2F3-FB6D-E665AA64414F}" name="Amirhosein Keyhanpoor" initials="AK" userId="346e9347046e3c05" providerId="Windows Live"/>
  <p188:author id="{EE252CE0-1714-6FAF-FEA2-E060F3800549}" name="AmirHossein Keyhanpour" initials="AK" userId="S-1-5-21-672602911-3555468246-895258876-124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913"/>
    <a:srgbClr val="848484"/>
    <a:srgbClr val="051061"/>
    <a:srgbClr val="E7E7EB"/>
    <a:srgbClr val="616161"/>
    <a:srgbClr val="595959"/>
    <a:srgbClr val="06156A"/>
    <a:srgbClr val="051063"/>
    <a:srgbClr val="010534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97" autoAdjust="0"/>
    <p:restoredTop sz="94892" autoAdjust="0"/>
  </p:normalViewPr>
  <p:slideViewPr>
    <p:cSldViewPr snapToGrid="0">
      <p:cViewPr varScale="1">
        <p:scale>
          <a:sx n="111" d="100"/>
          <a:sy n="111" d="100"/>
        </p:scale>
        <p:origin x="10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9A238F-0F89-0B3C-BCB3-776CE222D1DA}"/>
              </a:ext>
            </a:extLst>
          </p:cNvPr>
          <p:cNvSpPr txBox="1"/>
          <p:nvPr userDrawn="1"/>
        </p:nvSpPr>
        <p:spPr>
          <a:xfrm>
            <a:off x="10767359" y="447040"/>
            <a:ext cx="776175" cy="2616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Yekan Bakh VF Regular" pitchFamily="2" charset="-78"/>
                <a:ea typeface="+mn-ea"/>
                <a:cs typeface="Yekan Bakh VF Regular" pitchFamily="2" charset="-78"/>
              </a:rPr>
              <a:t>به نام خدا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Yekan Bakh VF Regular" pitchFamily="2" charset="-78"/>
              <a:ea typeface="+mn-ea"/>
              <a:cs typeface="Yekan Bakh VF Regular" pitchFamily="2" charset="-78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4B84E-5513-0338-C69D-8EA7F202D4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1287" y="2069809"/>
            <a:ext cx="6462248" cy="2447382"/>
          </a:xfrm>
        </p:spPr>
        <p:txBody>
          <a:bodyPr anchor="ctr">
            <a:normAutofit/>
          </a:bodyPr>
          <a:lstStyle>
            <a:lvl1pPr marL="0" indent="0" algn="r" rtl="1">
              <a:buNone/>
              <a:defRPr sz="4400" b="1" i="0">
                <a:solidFill>
                  <a:schemeClr val="bg1"/>
                </a:solidFill>
                <a:latin typeface="Yekan Bakh VF Black" pitchFamily="2" charset="-78"/>
                <a:cs typeface="Yekan Bakh VF Black" pitchFamily="2" charset="-78"/>
              </a:defRPr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fa-IR" dirty="0"/>
              <a:t>عنوان فایل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09BBC-8E87-843B-F228-60213A1DD2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1235" y="2655650"/>
            <a:ext cx="3753960" cy="127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75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9A238F-0F89-0B3C-BCB3-776CE222D1DA}"/>
              </a:ext>
            </a:extLst>
          </p:cNvPr>
          <p:cNvSpPr txBox="1"/>
          <p:nvPr userDrawn="1"/>
        </p:nvSpPr>
        <p:spPr>
          <a:xfrm>
            <a:off x="10767359" y="447040"/>
            <a:ext cx="7761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rPr>
              <a:t>به نام خدا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Yekan Bakh VF Regular" panose="00000500000000000000" pitchFamily="2" charset="-78"/>
              <a:ea typeface="+mn-ea"/>
              <a:cs typeface="Yekan Bakh VF Regular" panose="00000500000000000000" pitchFamily="2" charset="-78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4B84E-5513-0338-C69D-8EA7F202D4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11744" y="2519939"/>
            <a:ext cx="7131791" cy="909061"/>
          </a:xfrm>
        </p:spPr>
        <p:txBody>
          <a:bodyPr anchor="ctr">
            <a:normAutofit/>
          </a:bodyPr>
          <a:lstStyle>
            <a:lvl1pPr marL="0" indent="0" algn="r" rtl="1">
              <a:buNone/>
              <a:defRPr sz="4400" b="1" i="0">
                <a:solidFill>
                  <a:schemeClr val="bg1"/>
                </a:solidFill>
                <a:latin typeface="Yekan Bakh VF Black" pitchFamily="2" charset="-78"/>
                <a:cs typeface="Yekan Bakh VF Black" pitchFamily="2" charset="-78"/>
              </a:defRPr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fa-IR" dirty="0"/>
              <a:t>عنوان فایل</a:t>
            </a:r>
            <a:endParaRPr lang="en-US" dirty="0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D4E8D39B-FE70-1C04-F57F-BF12013549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44998" y="3329145"/>
            <a:ext cx="6198537" cy="483106"/>
          </a:xfrm>
        </p:spPr>
        <p:txBody>
          <a:bodyPr anchor="ctr">
            <a:normAutofit/>
          </a:bodyPr>
          <a:lstStyle>
            <a:lvl1pPr marL="0" indent="0" algn="r" rtl="1">
              <a:buNone/>
              <a:defRPr sz="2000" b="0" i="0">
                <a:solidFill>
                  <a:schemeClr val="bg1"/>
                </a:solidFill>
                <a:latin typeface="Yekan Bakh VF Regular" pitchFamily="2" charset="-78"/>
                <a:cs typeface="Yekan Bakh VF Regular" pitchFamily="2" charset="-78"/>
              </a:defRPr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fa-IR" dirty="0"/>
              <a:t>توضیحی در مورد فایل بنویسید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8089F-FDC6-35B5-0AF8-FFE417860A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1235" y="2655650"/>
            <a:ext cx="3753960" cy="127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90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4B84E-5513-0338-C69D-8EA7F202D4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287" y="2622153"/>
            <a:ext cx="7131791" cy="909061"/>
          </a:xfrm>
        </p:spPr>
        <p:txBody>
          <a:bodyPr anchor="ctr">
            <a:normAutofit/>
          </a:bodyPr>
          <a:lstStyle>
            <a:lvl1pPr marL="0" indent="0" algn="l" rtl="0">
              <a:buNone/>
              <a:defRPr sz="4000" spc="-150">
                <a:solidFill>
                  <a:schemeClr val="bg1"/>
                </a:solidFill>
                <a:latin typeface="Montserrat" pitchFamily="2" charset="77"/>
                <a:cs typeface="Yekan Bakh FaNum Black" panose="00000A00000000000000" pitchFamily="2" charset="-78"/>
              </a:defRPr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en-US" dirty="0"/>
              <a:t>Enter Presentation Title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D4E8D39B-FE70-1C04-F57F-BF12013549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1287" y="3289661"/>
            <a:ext cx="6198537" cy="483106"/>
          </a:xfrm>
        </p:spPr>
        <p:txBody>
          <a:bodyPr anchor="ctr">
            <a:normAutofit/>
          </a:bodyPr>
          <a:lstStyle>
            <a:lvl1pPr marL="0" indent="0" algn="l" rtl="0">
              <a:buNone/>
              <a:defRPr sz="2000" b="0" spc="-150">
                <a:solidFill>
                  <a:schemeClr val="bg1"/>
                </a:solidFill>
                <a:latin typeface="Montserrat" pitchFamily="2" charset="77"/>
                <a:cs typeface="Yekan Bakh FaNum" panose="00000500000000000000" pitchFamily="2" charset="-78"/>
              </a:defRPr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en-US" dirty="0"/>
              <a:t>Write a Description about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D1C4E-AAA4-32E0-47CF-8D76ED3C95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88618" y="2496084"/>
            <a:ext cx="3424422" cy="1161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41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361D1A83-5CEC-2D76-499F-14324CE75D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07120" y="312129"/>
            <a:ext cx="2958334" cy="52099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rtl="1">
              <a:buNone/>
              <a:defRPr lang="en-US" sz="2400" b="1" kern="1200" dirty="0">
                <a:solidFill>
                  <a:schemeClr val="bg1"/>
                </a:solidFill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defRPr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fa-IR" dirty="0"/>
              <a:t>فهرست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CF719DF-72DA-E633-3FFF-B0A57B194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3572" y="1391787"/>
            <a:ext cx="4110607" cy="52099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1">
              <a:buNone/>
              <a:defRPr sz="2400" b="1">
                <a:solidFill>
                  <a:schemeClr val="bg1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BE45ED0-4F1D-BC20-8678-B7FA14BB63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12860" y="2424380"/>
            <a:ext cx="4110607" cy="52099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1">
              <a:buNone/>
              <a:defRPr lang="fa-IR" sz="2400" b="1" kern="1200" dirty="0">
                <a:solidFill>
                  <a:schemeClr val="bg1"/>
                </a:solidFill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8C738A9-46F3-3ABA-366C-63DD4900B7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2860" y="3447584"/>
            <a:ext cx="4110607" cy="52099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1">
              <a:buNone/>
              <a:defRPr lang="fa-IR" sz="2400" b="1" kern="1200" dirty="0">
                <a:solidFill>
                  <a:schemeClr val="bg1"/>
                </a:solidFill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E42B55E-6264-502D-84F5-201C22FF50B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12860" y="4470788"/>
            <a:ext cx="4110607" cy="52099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1">
              <a:buNone/>
              <a:defRPr lang="fa-IR" sz="2400" b="1" kern="1200" dirty="0">
                <a:solidFill>
                  <a:schemeClr val="bg1"/>
                </a:solidFill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75F1C6B2-CCFE-FB43-A946-0505300E99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12860" y="5493992"/>
            <a:ext cx="4110607" cy="52099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1">
              <a:buNone/>
              <a:defRPr lang="fa-IR" sz="2400" b="1" kern="1200" dirty="0">
                <a:solidFill>
                  <a:schemeClr val="bg1"/>
                </a:solidFill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27F39EDC-CF39-3AAD-8221-7E637C1D7B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5244" y="1382241"/>
            <a:ext cx="4110607" cy="52099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1">
              <a:buNone/>
              <a:defRPr lang="fa-IR" sz="2400" b="1" kern="1200" dirty="0">
                <a:solidFill>
                  <a:schemeClr val="bg1"/>
                </a:solidFill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DA774A7-3347-DAB9-B584-D6FB657ACC4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5244" y="2424380"/>
            <a:ext cx="4110607" cy="52099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1">
              <a:buNone/>
              <a:defRPr lang="fa-IR" sz="2400" b="1" kern="1200" dirty="0">
                <a:solidFill>
                  <a:schemeClr val="bg1"/>
                </a:solidFill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63AEE105-C246-7DCF-D2A3-3153DCF333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5244" y="3447584"/>
            <a:ext cx="4110607" cy="52099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1">
              <a:buNone/>
              <a:defRPr lang="fa-IR" sz="2400" b="1" kern="1200" dirty="0">
                <a:solidFill>
                  <a:schemeClr val="bg1"/>
                </a:solidFill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768152E-3EED-0764-0214-3C82EE76F3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5244" y="4470788"/>
            <a:ext cx="4110607" cy="52099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1">
              <a:buNone/>
              <a:defRPr lang="fa-IR" sz="2400" b="1" kern="1200" dirty="0">
                <a:solidFill>
                  <a:schemeClr val="bg1"/>
                </a:solidFill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1A08CFE-4FAF-4607-9D55-28BD1F0B4C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4477" y="5290430"/>
            <a:ext cx="751523" cy="8011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1">
              <a:lnSpc>
                <a:spcPct val="150000"/>
              </a:lnSpc>
              <a:buNone/>
              <a:defRPr sz="3600" b="1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45469FAC-02F8-B838-EE89-07F6B1D5C4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5244" y="5493992"/>
            <a:ext cx="4110607" cy="52099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1">
              <a:buNone/>
              <a:defRPr lang="fa-IR" sz="2400" b="1" kern="1200" dirty="0">
                <a:solidFill>
                  <a:schemeClr val="bg1"/>
                </a:solidFill>
                <a:latin typeface="Yekan Bakh VF Regular" panose="00000500000000000000" pitchFamily="2" charset="-78"/>
                <a:ea typeface="+mn-ea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F17066A-CE47-9E32-028E-FC8B588930E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50236" y="4267226"/>
            <a:ext cx="751523" cy="8011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1">
              <a:lnSpc>
                <a:spcPct val="150000"/>
              </a:lnSpc>
              <a:buNone/>
              <a:defRPr sz="3600" b="1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DBA43A7-BF9E-64AF-4B8F-E0165DD1DCE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44482" y="3237351"/>
            <a:ext cx="751523" cy="8011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1">
              <a:lnSpc>
                <a:spcPct val="150000"/>
              </a:lnSpc>
              <a:buNone/>
              <a:defRPr sz="3600" b="1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AC2D198-07EB-2672-FFDC-D608298E07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44478" y="2219439"/>
            <a:ext cx="751523" cy="8011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1">
              <a:lnSpc>
                <a:spcPct val="150000"/>
              </a:lnSpc>
              <a:buNone/>
              <a:defRPr sz="3600" b="1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5F2960E-04BD-1556-7F7B-92D8DD0C105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44481" y="1175640"/>
            <a:ext cx="751523" cy="8011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1">
              <a:lnSpc>
                <a:spcPct val="150000"/>
              </a:lnSpc>
              <a:buNone/>
              <a:defRPr sz="3600" b="1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77B90BC-AE27-C008-C614-6D908A8503B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836612" y="5278933"/>
            <a:ext cx="751523" cy="8011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1">
              <a:lnSpc>
                <a:spcPct val="150000"/>
              </a:lnSpc>
              <a:buNone/>
              <a:defRPr sz="3600" b="1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FA8F5A0-7FF3-CD89-D330-F2C4959F20A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842371" y="4255729"/>
            <a:ext cx="751523" cy="8011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1">
              <a:lnSpc>
                <a:spcPct val="150000"/>
              </a:lnSpc>
              <a:buNone/>
              <a:defRPr sz="3600" b="1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5790FB9A-3E6C-D3B0-2608-304C67C07AD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36617" y="3225854"/>
            <a:ext cx="751523" cy="8011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1">
              <a:lnSpc>
                <a:spcPct val="150000"/>
              </a:lnSpc>
              <a:buNone/>
              <a:defRPr sz="3600" b="1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93DBC7B1-4685-0490-6AB3-2475C34E70D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836613" y="2207942"/>
            <a:ext cx="751523" cy="8011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1">
              <a:lnSpc>
                <a:spcPct val="150000"/>
              </a:lnSpc>
              <a:buNone/>
              <a:defRPr sz="3600" b="1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B89BD53E-600E-3FD0-29F4-3E8FECD089B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836616" y="1164143"/>
            <a:ext cx="751523" cy="80116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1">
              <a:lnSpc>
                <a:spcPct val="150000"/>
              </a:lnSpc>
              <a:buNone/>
              <a:defRPr sz="3600" b="1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345674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42FA41-4150-F4B8-A9E6-83AAF2718E4F}"/>
              </a:ext>
            </a:extLst>
          </p:cNvPr>
          <p:cNvSpPr txBox="1"/>
          <p:nvPr userDrawn="1"/>
        </p:nvSpPr>
        <p:spPr>
          <a:xfrm>
            <a:off x="457200" y="6388738"/>
            <a:ext cx="566809" cy="158848"/>
          </a:xfrm>
          <a:prstGeom prst="rect">
            <a:avLst/>
          </a:prstGeom>
          <a:noFill/>
        </p:spPr>
        <p:txBody>
          <a:bodyPr wrap="square" lIns="35393" tIns="17696" rIns="35393" bIns="17696" rtlCol="0">
            <a:spAutoFit/>
          </a:bodyPr>
          <a:lstStyle/>
          <a:p>
            <a:pPr algn="r" defTabSz="353954" rtl="1">
              <a:defRPr/>
            </a:pPr>
            <a:r>
              <a:rPr lang="fa-IR" sz="8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rPr>
              <a:t>صفحه  </a:t>
            </a:r>
            <a:fld id="{02B6F0BC-A89A-4361-8F5C-D7DC914CC90B}" type="slidenum">
              <a:rPr lang="fa-IR" sz="800" b="0" smtClean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rPr>
              <a:pPr algn="r" defTabSz="353954" rtl="1">
                <a:defRPr/>
              </a:pPr>
              <a:t>‹#›</a:t>
            </a:fld>
            <a:endParaRPr lang="en-US" sz="800" b="0" dirty="0">
              <a:solidFill>
                <a:schemeClr val="tx1">
                  <a:lumMod val="65000"/>
                  <a:lumOff val="35000"/>
                </a:schemeClr>
              </a:solidFill>
              <a:latin typeface="Yekan Bakh VF Regular" panose="00000500000000000000" pitchFamily="2" charset="-78"/>
              <a:cs typeface="Yekan Bakh VF Regular" panose="000005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26FBB-FB4E-50E5-2A76-6886A811B196}"/>
              </a:ext>
            </a:extLst>
          </p:cNvPr>
          <p:cNvSpPr txBox="1"/>
          <p:nvPr userDrawn="1"/>
        </p:nvSpPr>
        <p:spPr>
          <a:xfrm>
            <a:off x="10665177" y="6276127"/>
            <a:ext cx="10680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Milli</a:t>
            </a:r>
            <a:r>
              <a:rPr lang="en-US" sz="11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itchFamily="2" charset="77"/>
              </a:rPr>
              <a:t> Group</a:t>
            </a:r>
            <a:endParaRPr lang="en-US" sz="1100" b="0" i="0" dirty="0">
              <a:solidFill>
                <a:srgbClr val="FDB913"/>
              </a:solidFill>
              <a:latin typeface="Montserrat Medium" pitchFamily="2" charset="77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F84D74A-BE3B-953E-892F-C94AE95283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084832"/>
            <a:ext cx="5257800" cy="408736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FC458DA-B07F-8704-356F-68643E1D10A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24602" y="2084832"/>
            <a:ext cx="5257800" cy="408736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9C03548-FE38-B31F-9FD9-090DEEFF9D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1408176"/>
            <a:ext cx="5257800" cy="548640"/>
          </a:xfrm>
        </p:spPr>
        <p:txBody>
          <a:bodyPr lIns="0" tIns="0" rIns="0" bIns="4572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300" b="0">
                <a:solidFill>
                  <a:schemeClr val="tx1"/>
                </a:solidFill>
                <a:latin typeface="Montserrat Medium" pitchFamily="2" charset="0"/>
              </a:defRPr>
            </a:lvl1pPr>
          </a:lstStyle>
          <a:p>
            <a:pPr lvl="0"/>
            <a:r>
              <a:rPr lang="en-US" dirty="0"/>
              <a:t>     Click to add text (two lines max, center alignment if it’s title)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6C42168-175D-B2E4-7105-D7CBCB24B2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24602" y="1408176"/>
            <a:ext cx="5257800" cy="548640"/>
          </a:xfrm>
        </p:spPr>
        <p:txBody>
          <a:bodyPr lIns="0" tIns="0" rIns="0" bIns="45720" anchor="ctr">
            <a:noAutofit/>
          </a:bodyPr>
          <a:lstStyle>
            <a:lvl1pPr marL="0" indent="0" algn="l" rtl="0">
              <a:lnSpc>
                <a:spcPct val="100000"/>
              </a:lnSpc>
              <a:buNone/>
              <a:defRPr lang="en-US" sz="1300" b="0" kern="1200" dirty="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     Click to add text (two lines max, center alignment if it’s title)</a:t>
            </a:r>
          </a:p>
        </p:txBody>
      </p:sp>
      <p:sp>
        <p:nvSpPr>
          <p:cNvPr id="14" name="Title 7">
            <a:extLst>
              <a:ext uri="{FF2B5EF4-FFF2-40B4-BE49-F238E27FC236}">
                <a16:creationId xmlns:a16="http://schemas.microsoft.com/office/drawing/2014/main" id="{83695C54-586B-8C2A-CEE1-405C17DE7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95300"/>
            <a:ext cx="10972800" cy="784860"/>
          </a:xfrm>
        </p:spPr>
        <p:txBody>
          <a:bodyPr vert="horz"/>
          <a:lstStyle>
            <a:lvl1pPr>
              <a:defRPr sz="2400"/>
            </a:lvl1pPr>
          </a:lstStyle>
          <a:p>
            <a:r>
              <a:rPr lang="en-US" dirty="0"/>
              <a:t>Title (two lines max, for subtitle use font 16)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78B154D-C91E-A144-4286-72B91F87E9BF}"/>
              </a:ext>
            </a:extLst>
          </p:cNvPr>
          <p:cNvSpPr/>
          <p:nvPr userDrawn="1"/>
        </p:nvSpPr>
        <p:spPr>
          <a:xfrm>
            <a:off x="6318849" y="1574667"/>
            <a:ext cx="172528" cy="163902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C41316-EFEA-E6E8-8A27-4066CB91F5A0}"/>
              </a:ext>
            </a:extLst>
          </p:cNvPr>
          <p:cNvSpPr/>
          <p:nvPr userDrawn="1"/>
        </p:nvSpPr>
        <p:spPr>
          <a:xfrm>
            <a:off x="600972" y="1574667"/>
            <a:ext cx="172528" cy="163902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79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 userDrawn="1">
          <p15:clr>
            <a:srgbClr val="FBAE40"/>
          </p15:clr>
        </p15:guide>
        <p15:guide id="2" pos="7344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39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42FA41-4150-F4B8-A9E6-83AAF2718E4F}"/>
              </a:ext>
            </a:extLst>
          </p:cNvPr>
          <p:cNvSpPr txBox="1"/>
          <p:nvPr userDrawn="1"/>
        </p:nvSpPr>
        <p:spPr>
          <a:xfrm>
            <a:off x="457200" y="6388738"/>
            <a:ext cx="772549" cy="158848"/>
          </a:xfrm>
          <a:prstGeom prst="rect">
            <a:avLst/>
          </a:prstGeom>
          <a:noFill/>
        </p:spPr>
        <p:txBody>
          <a:bodyPr wrap="square" lIns="35393" tIns="17696" rIns="35393" bIns="17696" rtlCol="0">
            <a:spAutoFit/>
          </a:bodyPr>
          <a:lstStyle/>
          <a:p>
            <a:pPr algn="r" defTabSz="353954" rtl="1">
              <a:defRPr/>
            </a:pPr>
            <a:r>
              <a:rPr lang="fa-IR" sz="8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صفحه  </a:t>
            </a:r>
            <a:fld id="{02B6F0BC-A89A-4361-8F5C-D7DC914CC90B}" type="slidenum">
              <a:rPr lang="fa-IR" sz="8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pPr algn="r" defTabSz="353954" rtl="1">
                <a:defRPr/>
              </a:pPr>
              <a:t>‹#›</a:t>
            </a:fld>
            <a:r>
              <a:rPr lang="fa-IR" sz="8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 از #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23CCE-B82D-D839-D713-E178E946711C}"/>
              </a:ext>
            </a:extLst>
          </p:cNvPr>
          <p:cNvSpPr txBox="1"/>
          <p:nvPr userDrawn="1"/>
        </p:nvSpPr>
        <p:spPr>
          <a:xfrm>
            <a:off x="5536565" y="634505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عنوان اصلی فایل را اینجا بنویسید ( قابل تغییر در بخش </a:t>
            </a:r>
            <a:r>
              <a:rPr lang="en-US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Slide Master</a:t>
            </a:r>
            <a:r>
              <a:rPr lang="fa-IR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 )</a:t>
            </a:r>
            <a:endParaRPr lang="en-US" sz="1000" b="0" i="0" dirty="0">
              <a:solidFill>
                <a:schemeClr val="bg1">
                  <a:lumMod val="50000"/>
                </a:schemeClr>
              </a:solidFill>
              <a:latin typeface="Yekan Bakh VF Regular" pitchFamily="2" charset="-78"/>
              <a:cs typeface="Yekan Bakh VF Regular" pitchFamily="2" charset="-78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AE7F81-2E25-BD1E-5D34-E0C22DA0C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95300"/>
            <a:ext cx="10972800" cy="784860"/>
          </a:xfrm>
        </p:spPr>
        <p:txBody>
          <a:bodyPr vert="horz"/>
          <a:lstStyle>
            <a:lvl1pPr>
              <a:defRPr sz="2400"/>
            </a:lvl1pPr>
          </a:lstStyle>
          <a:p>
            <a:r>
              <a:rPr lang="en-US" dirty="0"/>
              <a:t>Title (two lines max, for subtitle use font 16)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20D866E-66DC-1F4F-D34B-776B54DCDD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1408176"/>
            <a:ext cx="3520440" cy="548640"/>
          </a:xfrm>
        </p:spPr>
        <p:txBody>
          <a:bodyPr lIns="0" tIns="0" rIns="0" bIns="45720" anchor="b">
            <a:noAutofit/>
          </a:bodyPr>
          <a:lstStyle>
            <a:lvl1pPr marL="0" indent="0" algn="l" rtl="0">
              <a:lnSpc>
                <a:spcPct val="100000"/>
              </a:lnSpc>
              <a:buNone/>
              <a:defRPr lang="en-US" sz="1300" b="0" kern="1200" dirty="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     Click to add text (two lines max, center alignment if it’s title)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BB52FED-6201-C89F-9B4D-DBA2687A1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5780" y="1408176"/>
            <a:ext cx="3520440" cy="548640"/>
          </a:xfrm>
        </p:spPr>
        <p:txBody>
          <a:bodyPr lIns="0" tIns="0" rIns="0" bIns="45720" anchor="b">
            <a:noAutofit/>
          </a:bodyPr>
          <a:lstStyle>
            <a:lvl1pPr marL="0" indent="0" algn="l" rtl="0">
              <a:lnSpc>
                <a:spcPct val="100000"/>
              </a:lnSpc>
              <a:buNone/>
              <a:defRPr sz="1300" b="0">
                <a:solidFill>
                  <a:schemeClr val="tx1"/>
                </a:solidFill>
                <a:latin typeface="Montserrat Medium" pitchFamily="2" charset="0"/>
              </a:defRPr>
            </a:lvl1pPr>
          </a:lstStyle>
          <a:p>
            <a:pPr lvl="0"/>
            <a:r>
              <a:rPr lang="en-US" dirty="0"/>
              <a:t>     Click to add text (two lines max, center alignment if it’s title)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B401958-74A8-9AEE-A1EA-C132234D6F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1960" y="1408176"/>
            <a:ext cx="3520440" cy="548640"/>
          </a:xfrm>
        </p:spPr>
        <p:txBody>
          <a:bodyPr lIns="0" tIns="0" rIns="0" bIns="45720" anchor="b">
            <a:noAutofit/>
          </a:bodyPr>
          <a:lstStyle>
            <a:lvl1pPr marL="0" indent="0" algn="l" rtl="0">
              <a:lnSpc>
                <a:spcPct val="100000"/>
              </a:lnSpc>
              <a:buNone/>
              <a:defRPr lang="en-US" sz="1300" b="0" kern="1200" dirty="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     Click to add text (two lines max, center alignment if it’s title)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8DD4EFFD-7BD7-C2A1-E374-93F7C68113C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600" y="2084831"/>
            <a:ext cx="3520440" cy="408736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930BC113-023C-C8F9-11EF-6BAE95BFD60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335780" y="2084831"/>
            <a:ext cx="3520440" cy="4087365"/>
          </a:xfrm>
        </p:spPr>
        <p:txBody>
          <a:bodyPr/>
          <a:lstStyle>
            <a:lvl1pPr rtl="0">
              <a:defRPr sz="1200"/>
            </a:lvl1pPr>
            <a:lvl2pPr rtl="0">
              <a:defRPr sz="1200"/>
            </a:lvl2pPr>
            <a:lvl3pPr rtl="0">
              <a:defRPr sz="1200"/>
            </a:lvl3pPr>
            <a:lvl4pPr rtl="0">
              <a:defRPr sz="1200"/>
            </a:lvl4pPr>
            <a:lvl5pPr rtl="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7814BBB1-A646-997A-9B3C-A275A1F55E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061960" y="2084831"/>
            <a:ext cx="3520440" cy="4087365"/>
          </a:xfrm>
        </p:spPr>
        <p:txBody>
          <a:bodyPr/>
          <a:lstStyle>
            <a:lvl1pPr rtl="0">
              <a:defRPr sz="1200"/>
            </a:lvl1pPr>
            <a:lvl2pPr rtl="0">
              <a:defRPr sz="1200"/>
            </a:lvl2pPr>
            <a:lvl3pPr rtl="0">
              <a:defRPr sz="1200"/>
            </a:lvl3pPr>
            <a:lvl4pPr rtl="0">
              <a:defRPr sz="1200"/>
            </a:lvl4pPr>
            <a:lvl5pPr rtl="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59BC13-6713-5746-A094-90330D1EBBE5}"/>
              </a:ext>
            </a:extLst>
          </p:cNvPr>
          <p:cNvSpPr/>
          <p:nvPr userDrawn="1"/>
        </p:nvSpPr>
        <p:spPr>
          <a:xfrm>
            <a:off x="609600" y="1518594"/>
            <a:ext cx="172528" cy="163902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28D1784-827B-6E05-22DC-0E2868B2823E}"/>
              </a:ext>
            </a:extLst>
          </p:cNvPr>
          <p:cNvSpPr/>
          <p:nvPr userDrawn="1"/>
        </p:nvSpPr>
        <p:spPr>
          <a:xfrm>
            <a:off x="4334899" y="1518594"/>
            <a:ext cx="172528" cy="163902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9230293-03BD-8103-E26B-EB04FF09F806}"/>
              </a:ext>
            </a:extLst>
          </p:cNvPr>
          <p:cNvSpPr/>
          <p:nvPr userDrawn="1"/>
        </p:nvSpPr>
        <p:spPr>
          <a:xfrm>
            <a:off x="8062806" y="1513763"/>
            <a:ext cx="172528" cy="163902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17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 userDrawn="1">
          <p15:clr>
            <a:srgbClr val="FBAE40"/>
          </p15:clr>
        </p15:guide>
        <p15:guide id="2" pos="7344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39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in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42FA41-4150-F4B8-A9E6-83AAF2718E4F}"/>
              </a:ext>
            </a:extLst>
          </p:cNvPr>
          <p:cNvSpPr txBox="1"/>
          <p:nvPr userDrawn="1"/>
        </p:nvSpPr>
        <p:spPr>
          <a:xfrm>
            <a:off x="457200" y="6388738"/>
            <a:ext cx="772549" cy="158848"/>
          </a:xfrm>
          <a:prstGeom prst="rect">
            <a:avLst/>
          </a:prstGeom>
          <a:noFill/>
        </p:spPr>
        <p:txBody>
          <a:bodyPr wrap="square" lIns="35393" tIns="17696" rIns="35393" bIns="17696" rtlCol="0">
            <a:spAutoFit/>
          </a:bodyPr>
          <a:lstStyle/>
          <a:p>
            <a:pPr algn="r" defTabSz="353954" rtl="1">
              <a:defRPr/>
            </a:pPr>
            <a:r>
              <a:rPr lang="fa-IR" sz="8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صفحه  </a:t>
            </a:r>
            <a:fld id="{02B6F0BC-A89A-4361-8F5C-D7DC914CC90B}" type="slidenum">
              <a:rPr lang="fa-IR" sz="8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pPr algn="r" defTabSz="353954" rtl="1">
                <a:defRPr/>
              </a:pPr>
              <a:t>‹#›</a:t>
            </a:fld>
            <a:r>
              <a:rPr lang="fa-IR" sz="8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 از #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23CCE-B82D-D839-D713-E178E946711C}"/>
              </a:ext>
            </a:extLst>
          </p:cNvPr>
          <p:cNvSpPr txBox="1"/>
          <p:nvPr userDrawn="1"/>
        </p:nvSpPr>
        <p:spPr>
          <a:xfrm>
            <a:off x="5536565" y="634505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عنوان اصلی فایل را اینجا بنویسید ( قابل تغییر در بخش </a:t>
            </a:r>
            <a:r>
              <a:rPr lang="en-US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Slide Master</a:t>
            </a:r>
            <a:r>
              <a:rPr lang="fa-IR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 )</a:t>
            </a:r>
            <a:endParaRPr lang="en-US" sz="1000" b="0" i="0" dirty="0">
              <a:solidFill>
                <a:schemeClr val="bg1">
                  <a:lumMod val="50000"/>
                </a:schemeClr>
              </a:solidFill>
              <a:latin typeface="Yekan Bakh VF Regular" pitchFamily="2" charset="-78"/>
              <a:cs typeface="Yekan Bakh VF Regular" pitchFamily="2" charset="-78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AE7F81-2E25-BD1E-5D34-E0C22DA0C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95300"/>
            <a:ext cx="10972800" cy="784860"/>
          </a:xfrm>
        </p:spPr>
        <p:txBody>
          <a:bodyPr vert="horz"/>
          <a:lstStyle>
            <a:lvl1pPr>
              <a:defRPr sz="2400"/>
            </a:lvl1pPr>
          </a:lstStyle>
          <a:p>
            <a:r>
              <a:rPr lang="en-US" dirty="0"/>
              <a:t>Title (two lines max, for subtitle use font 16)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620D866E-66DC-1F4F-D34B-776B54DCDD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1408176"/>
            <a:ext cx="3520440" cy="548640"/>
          </a:xfrm>
        </p:spPr>
        <p:txBody>
          <a:bodyPr lIns="0" tIns="0" rIns="0" bIns="45720" anchor="b">
            <a:noAutofit/>
          </a:bodyPr>
          <a:lstStyle>
            <a:lvl1pPr marL="0" indent="0" algn="l" rtl="0">
              <a:lnSpc>
                <a:spcPct val="100000"/>
              </a:lnSpc>
              <a:buNone/>
              <a:defRPr lang="en-US" sz="1300" b="0" kern="1200" dirty="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text (two lines max, center alignment if it’s title)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EBB52FED-6201-C89F-9B4D-DBA2687A1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5780" y="1408176"/>
            <a:ext cx="3520440" cy="548640"/>
          </a:xfrm>
        </p:spPr>
        <p:txBody>
          <a:bodyPr lIns="0" tIns="0" rIns="0" bIns="45720" anchor="b">
            <a:noAutofit/>
          </a:bodyPr>
          <a:lstStyle>
            <a:lvl1pPr marL="0" indent="0" algn="l" rtl="0">
              <a:lnSpc>
                <a:spcPct val="100000"/>
              </a:lnSpc>
              <a:buNone/>
              <a:defRPr sz="1300" b="0">
                <a:solidFill>
                  <a:schemeClr val="tx1"/>
                </a:solidFill>
                <a:latin typeface="Montserrat Medium" pitchFamily="2" charset="0"/>
              </a:defRPr>
            </a:lvl1pPr>
          </a:lstStyle>
          <a:p>
            <a:pPr lvl="0"/>
            <a:r>
              <a:rPr lang="en-US" dirty="0"/>
              <a:t>Click to add text (two lines max, center alignment if it’s title)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B401958-74A8-9AEE-A1EA-C132234D6F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1960" y="1408176"/>
            <a:ext cx="3520440" cy="548640"/>
          </a:xfrm>
        </p:spPr>
        <p:txBody>
          <a:bodyPr lIns="0" tIns="0" rIns="0" bIns="45720" anchor="b">
            <a:noAutofit/>
          </a:bodyPr>
          <a:lstStyle>
            <a:lvl1pPr marL="0" indent="0" algn="l" rtl="0">
              <a:lnSpc>
                <a:spcPct val="100000"/>
              </a:lnSpc>
              <a:buNone/>
              <a:defRPr lang="en-US" sz="1300" b="0" kern="1200" dirty="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add text (two lines max, center alignment if it’s title)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8DD4EFFD-7BD7-C2A1-E374-93F7C68113C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09600" y="2084831"/>
            <a:ext cx="3520440" cy="408736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930BC113-023C-C8F9-11EF-6BAE95BFD60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335780" y="2084831"/>
            <a:ext cx="3520440" cy="4087365"/>
          </a:xfrm>
        </p:spPr>
        <p:txBody>
          <a:bodyPr/>
          <a:lstStyle>
            <a:lvl1pPr rtl="0">
              <a:defRPr sz="1200"/>
            </a:lvl1pPr>
            <a:lvl2pPr rtl="0">
              <a:defRPr sz="1200"/>
            </a:lvl2pPr>
            <a:lvl3pPr rtl="0">
              <a:defRPr sz="1200"/>
            </a:lvl3pPr>
            <a:lvl4pPr rtl="0">
              <a:defRPr sz="1200"/>
            </a:lvl4pPr>
            <a:lvl5pPr rtl="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7814BBB1-A646-997A-9B3C-A275A1F55E2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061960" y="2084831"/>
            <a:ext cx="3520440" cy="4087365"/>
          </a:xfrm>
        </p:spPr>
        <p:txBody>
          <a:bodyPr/>
          <a:lstStyle>
            <a:lvl1pPr rtl="0">
              <a:defRPr sz="1200"/>
            </a:lvl1pPr>
            <a:lvl2pPr rtl="0">
              <a:defRPr sz="1200"/>
            </a:lvl2pPr>
            <a:lvl3pPr rtl="0">
              <a:defRPr sz="1200"/>
            </a:lvl3pPr>
            <a:lvl4pPr rtl="0">
              <a:defRPr sz="1200"/>
            </a:lvl4pPr>
            <a:lvl5pPr rtl="0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8732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 userDrawn="1">
          <p15:clr>
            <a:srgbClr val="FBAE40"/>
          </p15:clr>
        </p15:guide>
        <p15:guide id="2" pos="7344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39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ermarke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6154B5B-794B-2E85-19BF-7887FFF7B5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509" y="548005"/>
            <a:ext cx="10327056" cy="50863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rtl="1">
              <a:buNone/>
              <a:defRPr sz="2400" b="0" i="0">
                <a:solidFill>
                  <a:schemeClr val="tx1"/>
                </a:solidFill>
                <a:latin typeface="Yekan Bakh VF Regular" pitchFamily="2" charset="-78"/>
                <a:cs typeface="Yekan Bakh VF Regular" pitchFamily="2" charset="-78"/>
              </a:defRPr>
            </a:lvl1pPr>
            <a:lvl2pPr marL="457200" indent="0" algn="r" rtl="1">
              <a:buNone/>
              <a:defRPr sz="1600"/>
            </a:lvl2pPr>
            <a:lvl3pPr marL="914400" indent="0" algn="r" rtl="1">
              <a:buNone/>
              <a:defRPr sz="1400"/>
            </a:lvl3pPr>
            <a:lvl4pPr marL="1371600" indent="0" algn="r" rtl="1">
              <a:buNone/>
              <a:defRPr sz="1200"/>
            </a:lvl4pPr>
            <a:lvl5pPr marL="1828800" indent="0" algn="r" rtl="1">
              <a:buNone/>
              <a:defRPr sz="1200"/>
            </a:lvl5pPr>
          </a:lstStyle>
          <a:p>
            <a:pPr lvl="0"/>
            <a:r>
              <a:rPr lang="fa-IR" dirty="0"/>
              <a:t>عنوان اسلاید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509FAF3-CEE4-33B0-2355-4A3D521C68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12080" y="323850"/>
            <a:ext cx="6420485" cy="2241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rtl="1">
              <a:buNone/>
              <a:defRPr sz="1200" b="0" i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defRPr>
            </a:lvl1pPr>
            <a:lvl2pPr marL="457200" indent="0" algn="r" rtl="1">
              <a:buNone/>
              <a:defRPr sz="1600"/>
            </a:lvl2pPr>
            <a:lvl3pPr marL="914400" indent="0" algn="r" rtl="1">
              <a:buNone/>
              <a:defRPr sz="1400"/>
            </a:lvl3pPr>
            <a:lvl4pPr marL="1371600" indent="0" algn="r" rtl="1">
              <a:buNone/>
              <a:defRPr sz="1200"/>
            </a:lvl4pPr>
            <a:lvl5pPr marL="1828800" indent="0" algn="r" rtl="1">
              <a:buNone/>
              <a:defRPr sz="1200"/>
            </a:lvl5pPr>
          </a:lstStyle>
          <a:p>
            <a:pPr lvl="0"/>
            <a:r>
              <a:rPr lang="fa-IR" dirty="0"/>
              <a:t>عنوان فصل را اینجا بنویسید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38D1C-A887-9BC5-6233-34770A3ACBDF}"/>
              </a:ext>
            </a:extLst>
          </p:cNvPr>
          <p:cNvSpPr txBox="1"/>
          <p:nvPr userDrawn="1"/>
        </p:nvSpPr>
        <p:spPr>
          <a:xfrm>
            <a:off x="457200" y="6388738"/>
            <a:ext cx="566809" cy="158848"/>
          </a:xfrm>
          <a:prstGeom prst="rect">
            <a:avLst/>
          </a:prstGeom>
          <a:noFill/>
        </p:spPr>
        <p:txBody>
          <a:bodyPr wrap="square" lIns="35393" tIns="17696" rIns="35393" bIns="17696" rtlCol="0">
            <a:spAutoFit/>
          </a:bodyPr>
          <a:lstStyle/>
          <a:p>
            <a:pPr algn="r" defTabSz="353954" rtl="1">
              <a:defRPr/>
            </a:pPr>
            <a:r>
              <a:rPr lang="fa-IR" sz="8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صفحه  </a:t>
            </a:r>
            <a:fld id="{02B6F0BC-A89A-4361-8F5C-D7DC914CC90B}" type="slidenum">
              <a:rPr lang="fa-IR" sz="8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pPr algn="r" defTabSz="353954" rtl="1">
                <a:defRPr/>
              </a:pPr>
              <a:t>‹#›</a:t>
            </a:fld>
            <a:endParaRPr lang="en-US" sz="800" b="0" i="0" dirty="0">
              <a:solidFill>
                <a:schemeClr val="tx1">
                  <a:lumMod val="65000"/>
                  <a:lumOff val="35000"/>
                </a:schemeClr>
              </a:solidFill>
              <a:latin typeface="Yekan Bakh VF Regular" pitchFamily="2" charset="-78"/>
              <a:cs typeface="Yekan Bakh VF Regular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53A57-81A4-3846-EF98-69BA52FF79A6}"/>
              </a:ext>
            </a:extLst>
          </p:cNvPr>
          <p:cNvSpPr txBox="1"/>
          <p:nvPr userDrawn="1"/>
        </p:nvSpPr>
        <p:spPr>
          <a:xfrm>
            <a:off x="5536565" y="634505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عنوان اصلی فایل را اینجا بنویسید ( قابل تغییر در بخش </a:t>
            </a:r>
            <a:r>
              <a:rPr lang="en-US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Slide Master</a:t>
            </a:r>
            <a:r>
              <a:rPr lang="fa-IR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 )</a:t>
            </a:r>
            <a:endParaRPr lang="en-US" sz="1000" b="0" i="0" dirty="0">
              <a:solidFill>
                <a:schemeClr val="bg1">
                  <a:lumMod val="50000"/>
                </a:schemeClr>
              </a:solidFill>
              <a:latin typeface="Yekan Bakh VF Regular" pitchFamily="2" charset="-78"/>
              <a:cs typeface="Yekan Bakh VF Regular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B7AD5-D650-75D9-EF73-F9BA4F15197F}"/>
              </a:ext>
            </a:extLst>
          </p:cNvPr>
          <p:cNvSpPr txBox="1"/>
          <p:nvPr userDrawn="1"/>
        </p:nvSpPr>
        <p:spPr>
          <a:xfrm>
            <a:off x="457200" y="671517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Milli </a:t>
            </a:r>
            <a:r>
              <a:rPr lang="en-US" sz="11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itchFamily="2" charset="77"/>
              </a:rPr>
              <a:t>Group</a:t>
            </a:r>
            <a:endParaRPr lang="en-US" sz="1100" b="0" i="0" dirty="0">
              <a:solidFill>
                <a:srgbClr val="FDB913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73249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 userDrawn="1">
          <p15:clr>
            <a:srgbClr val="FBAE40"/>
          </p15:clr>
        </p15:guide>
        <p15:guide id="2" pos="7344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39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ermarked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4AC99D-EB8C-808C-6FFB-0B45FCB7B7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509" y="548005"/>
            <a:ext cx="10327056" cy="50863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rtl="1">
              <a:buNone/>
              <a:defRPr sz="2400" b="0" i="0">
                <a:solidFill>
                  <a:schemeClr val="bg1"/>
                </a:solidFill>
                <a:latin typeface="Yekan Bakh VF Regular" pitchFamily="2" charset="-78"/>
                <a:cs typeface="Yekan Bakh VF Regular" pitchFamily="2" charset="-78"/>
              </a:defRPr>
            </a:lvl1pPr>
            <a:lvl2pPr marL="457200" indent="0" algn="r" rtl="1">
              <a:buNone/>
              <a:defRPr sz="1600"/>
            </a:lvl2pPr>
            <a:lvl3pPr marL="914400" indent="0" algn="r" rtl="1">
              <a:buNone/>
              <a:defRPr sz="1400"/>
            </a:lvl3pPr>
            <a:lvl4pPr marL="1371600" indent="0" algn="r" rtl="1">
              <a:buNone/>
              <a:defRPr sz="1200"/>
            </a:lvl4pPr>
            <a:lvl5pPr marL="1828800" indent="0" algn="r" rtl="1">
              <a:buNone/>
              <a:defRPr sz="1200"/>
            </a:lvl5pPr>
          </a:lstStyle>
          <a:p>
            <a:pPr lvl="0"/>
            <a:r>
              <a:rPr lang="fa-IR" dirty="0"/>
              <a:t>عنوان اسلاید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FB0D663-6070-F2D5-48A6-2038C9E386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12080" y="323850"/>
            <a:ext cx="6420485" cy="2241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rtl="1">
              <a:buNone/>
              <a:defRPr sz="1200" b="0" i="0">
                <a:solidFill>
                  <a:srgbClr val="FDB913"/>
                </a:solidFill>
                <a:latin typeface="Yekan Bakh VF Regular" pitchFamily="2" charset="-78"/>
                <a:cs typeface="Yekan Bakh VF Regular" pitchFamily="2" charset="-78"/>
              </a:defRPr>
            </a:lvl1pPr>
            <a:lvl2pPr marL="457200" indent="0" algn="r" rtl="1">
              <a:buNone/>
              <a:defRPr sz="1600"/>
            </a:lvl2pPr>
            <a:lvl3pPr marL="914400" indent="0" algn="r" rtl="1">
              <a:buNone/>
              <a:defRPr sz="1400"/>
            </a:lvl3pPr>
            <a:lvl4pPr marL="1371600" indent="0" algn="r" rtl="1">
              <a:buNone/>
              <a:defRPr sz="1200"/>
            </a:lvl4pPr>
            <a:lvl5pPr marL="1828800" indent="0" algn="r" rtl="1">
              <a:buNone/>
              <a:defRPr sz="1200"/>
            </a:lvl5pPr>
          </a:lstStyle>
          <a:p>
            <a:pPr lvl="0"/>
            <a:r>
              <a:rPr lang="fa-IR" dirty="0"/>
              <a:t>عنوان فصل را اینجا بنویسید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CE5D0-5C35-1D0B-1308-F106CD29AC68}"/>
              </a:ext>
            </a:extLst>
          </p:cNvPr>
          <p:cNvSpPr txBox="1"/>
          <p:nvPr userDrawn="1"/>
        </p:nvSpPr>
        <p:spPr>
          <a:xfrm>
            <a:off x="457200" y="6388738"/>
            <a:ext cx="566809" cy="158848"/>
          </a:xfrm>
          <a:prstGeom prst="rect">
            <a:avLst/>
          </a:prstGeom>
          <a:noFill/>
        </p:spPr>
        <p:txBody>
          <a:bodyPr wrap="square" lIns="35393" tIns="17696" rIns="35393" bIns="17696" rtlCol="0">
            <a:spAutoFit/>
          </a:bodyPr>
          <a:lstStyle/>
          <a:p>
            <a:pPr algn="r" defTabSz="353954" rtl="1">
              <a:defRPr/>
            </a:pPr>
            <a:r>
              <a:rPr lang="fa-IR" sz="800" b="0" i="0" dirty="0">
                <a:solidFill>
                  <a:schemeClr val="bg1"/>
                </a:solidFill>
                <a:latin typeface="Yekan Bakh VF Regular" pitchFamily="2" charset="-78"/>
                <a:cs typeface="Yekan Bakh VF Regular" pitchFamily="2" charset="-78"/>
              </a:rPr>
              <a:t>صفحه  </a:t>
            </a:r>
            <a:fld id="{02B6F0BC-A89A-4361-8F5C-D7DC914CC90B}" type="slidenum">
              <a:rPr lang="fa-IR" sz="800" b="0" i="0" smtClean="0">
                <a:solidFill>
                  <a:schemeClr val="bg1"/>
                </a:solidFill>
                <a:latin typeface="Yekan Bakh VF Regular" pitchFamily="2" charset="-78"/>
                <a:cs typeface="Yekan Bakh VF Regular" pitchFamily="2" charset="-78"/>
              </a:rPr>
              <a:pPr algn="r" defTabSz="353954" rtl="1">
                <a:defRPr/>
              </a:pPr>
              <a:t>‹#›</a:t>
            </a:fld>
            <a:endParaRPr lang="en-US" sz="800" b="0" i="0" dirty="0">
              <a:solidFill>
                <a:schemeClr val="bg1"/>
              </a:solidFill>
              <a:latin typeface="Yekan Bakh VF Regular" pitchFamily="2" charset="-78"/>
              <a:cs typeface="Yekan Bakh VF Regular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10428F-ADD9-087F-79F2-E6911D65DCC2}"/>
              </a:ext>
            </a:extLst>
          </p:cNvPr>
          <p:cNvSpPr txBox="1"/>
          <p:nvPr userDrawn="1"/>
        </p:nvSpPr>
        <p:spPr>
          <a:xfrm>
            <a:off x="5536565" y="634505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000" b="0" i="0" dirty="0">
                <a:solidFill>
                  <a:schemeClr val="bg1"/>
                </a:solidFill>
                <a:latin typeface="Yekan Bakh VF Regular" pitchFamily="2" charset="-78"/>
                <a:cs typeface="Yekan Bakh VF Regular" pitchFamily="2" charset="-78"/>
              </a:rPr>
              <a:t>عنوان اصلی فایل را اینجا بنویسید ( قابل تغییر در بخش </a:t>
            </a:r>
            <a:r>
              <a:rPr lang="en-US" sz="1000" b="0" i="0" dirty="0">
                <a:solidFill>
                  <a:schemeClr val="bg1"/>
                </a:solidFill>
                <a:latin typeface="Yekan Bakh VF Regular" pitchFamily="2" charset="-78"/>
                <a:cs typeface="Yekan Bakh VF Regular" pitchFamily="2" charset="-78"/>
              </a:rPr>
              <a:t>Slide Master</a:t>
            </a:r>
            <a:r>
              <a:rPr lang="fa-IR" sz="1000" b="0" i="0" dirty="0">
                <a:solidFill>
                  <a:schemeClr val="bg1"/>
                </a:solidFill>
                <a:latin typeface="Yekan Bakh VF Regular" pitchFamily="2" charset="-78"/>
                <a:cs typeface="Yekan Bakh VF Regular" pitchFamily="2" charset="-78"/>
              </a:rPr>
              <a:t> )</a:t>
            </a:r>
            <a:endParaRPr lang="en-US" sz="1000" b="0" i="0" dirty="0">
              <a:solidFill>
                <a:schemeClr val="bg1"/>
              </a:solidFill>
              <a:latin typeface="Yekan Bakh VF Regular" pitchFamily="2" charset="-78"/>
              <a:cs typeface="Yekan Bakh VF Regular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ED1DA-A1A1-0B61-8425-3B14E824DC57}"/>
              </a:ext>
            </a:extLst>
          </p:cNvPr>
          <p:cNvSpPr txBox="1"/>
          <p:nvPr userDrawn="1"/>
        </p:nvSpPr>
        <p:spPr>
          <a:xfrm>
            <a:off x="457200" y="671517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0" dirty="0">
                <a:solidFill>
                  <a:schemeClr val="bg1"/>
                </a:solidFill>
                <a:latin typeface="Montserrat" pitchFamily="2" charset="77"/>
              </a:rPr>
              <a:t>Milli </a:t>
            </a:r>
            <a:r>
              <a:rPr lang="en-US" sz="1100" b="0" i="0" dirty="0">
                <a:solidFill>
                  <a:schemeClr val="bg1"/>
                </a:solidFill>
                <a:latin typeface="Montserrat Medium" pitchFamily="2" charset="77"/>
              </a:rPr>
              <a:t>Group</a:t>
            </a:r>
          </a:p>
        </p:txBody>
      </p:sp>
    </p:spTree>
    <p:extLst>
      <p:ext uri="{BB962C8B-B14F-4D97-AF65-F5344CB8AC3E}">
        <p14:creationId xmlns:p14="http://schemas.microsoft.com/office/powerpoint/2010/main" val="326657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Slide">
    <p:bg>
      <p:bgPr>
        <a:gradFill>
          <a:gsLst>
            <a:gs pos="0">
              <a:srgbClr val="FDB913">
                <a:alpha val="46000"/>
              </a:srgbClr>
            </a:gs>
            <a:gs pos="21000">
              <a:schemeClr val="bg1">
                <a:alpha val="29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75664EF-F2D6-A340-3205-861F8CD961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1472" y="548005"/>
            <a:ext cx="10341093" cy="50863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rtl="1">
              <a:buNone/>
              <a:defRPr sz="2400" b="0" i="0">
                <a:solidFill>
                  <a:schemeClr val="tx1"/>
                </a:solidFill>
                <a:latin typeface="Yekan Bakh VF Regular" pitchFamily="2" charset="-78"/>
                <a:cs typeface="Yekan Bakh VF Regular" pitchFamily="2" charset="-78"/>
              </a:defRPr>
            </a:lvl1pPr>
            <a:lvl2pPr marL="457200" indent="0" algn="r" rtl="1">
              <a:buNone/>
              <a:defRPr sz="1600"/>
            </a:lvl2pPr>
            <a:lvl3pPr marL="914400" indent="0" algn="r" rtl="1">
              <a:buNone/>
              <a:defRPr sz="1400"/>
            </a:lvl3pPr>
            <a:lvl4pPr marL="1371600" indent="0" algn="r" rtl="1">
              <a:buNone/>
              <a:defRPr sz="1200"/>
            </a:lvl4pPr>
            <a:lvl5pPr marL="1828800" indent="0" algn="r" rtl="1">
              <a:buNone/>
              <a:defRPr sz="1200"/>
            </a:lvl5pPr>
          </a:lstStyle>
          <a:p>
            <a:pPr lvl="0"/>
            <a:r>
              <a:rPr lang="fa-IR" dirty="0"/>
              <a:t>عنوان اسلاید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A345887-7E27-CE8F-DAC2-4943C6F6BF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12080" y="323850"/>
            <a:ext cx="6420485" cy="2241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 rtl="1">
              <a:buNone/>
              <a:defRPr sz="1200" b="0" i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defRPr>
            </a:lvl1pPr>
            <a:lvl2pPr marL="457200" indent="0" algn="r" rtl="1">
              <a:buNone/>
              <a:defRPr sz="1600"/>
            </a:lvl2pPr>
            <a:lvl3pPr marL="914400" indent="0" algn="r" rtl="1">
              <a:buNone/>
              <a:defRPr sz="1400"/>
            </a:lvl3pPr>
            <a:lvl4pPr marL="1371600" indent="0" algn="r" rtl="1">
              <a:buNone/>
              <a:defRPr sz="1200"/>
            </a:lvl4pPr>
            <a:lvl5pPr marL="1828800" indent="0" algn="r" rtl="1">
              <a:buNone/>
              <a:defRPr sz="1200"/>
            </a:lvl5pPr>
          </a:lstStyle>
          <a:p>
            <a:pPr lvl="0"/>
            <a:r>
              <a:rPr lang="fa-IR" dirty="0"/>
              <a:t>عنوان فصل را اینجا بنویسید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21DB29-2F00-A0C4-62CF-A3F9D1C46CAC}"/>
              </a:ext>
            </a:extLst>
          </p:cNvPr>
          <p:cNvSpPr txBox="1"/>
          <p:nvPr userDrawn="1"/>
        </p:nvSpPr>
        <p:spPr>
          <a:xfrm>
            <a:off x="457200" y="6388738"/>
            <a:ext cx="566809" cy="158848"/>
          </a:xfrm>
          <a:prstGeom prst="rect">
            <a:avLst/>
          </a:prstGeom>
          <a:noFill/>
        </p:spPr>
        <p:txBody>
          <a:bodyPr wrap="square" lIns="35393" tIns="17696" rIns="35393" bIns="17696" rtlCol="0">
            <a:spAutoFit/>
          </a:bodyPr>
          <a:lstStyle/>
          <a:p>
            <a:pPr algn="r" defTabSz="353954" rtl="1">
              <a:defRPr/>
            </a:pPr>
            <a:r>
              <a:rPr lang="fa-IR" sz="800" b="0" i="0" dirty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صفحه  </a:t>
            </a:r>
            <a:fld id="{02B6F0BC-A89A-4361-8F5C-D7DC914CC90B}" type="slidenum">
              <a:rPr lang="fa-IR" sz="8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pPr algn="r" defTabSz="353954" rtl="1">
                <a:defRPr/>
              </a:pPr>
              <a:t>‹#›</a:t>
            </a:fld>
            <a:endParaRPr lang="en-US" sz="800" b="0" i="0" dirty="0">
              <a:solidFill>
                <a:schemeClr val="tx1">
                  <a:lumMod val="65000"/>
                  <a:lumOff val="35000"/>
                </a:schemeClr>
              </a:solidFill>
              <a:latin typeface="Yekan Bakh VF Regular" pitchFamily="2" charset="-78"/>
              <a:cs typeface="Yekan Bakh VF Regular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25BFC-19E1-608B-C155-4A1B013F17A8}"/>
              </a:ext>
            </a:extLst>
          </p:cNvPr>
          <p:cNvSpPr txBox="1"/>
          <p:nvPr userDrawn="1"/>
        </p:nvSpPr>
        <p:spPr>
          <a:xfrm>
            <a:off x="5536565" y="6345050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عنوان اصلی فایل را اینجا بنویسید ( قابل تغییر در بخش </a:t>
            </a:r>
            <a:r>
              <a:rPr lang="en-US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Slide Master</a:t>
            </a:r>
            <a:r>
              <a:rPr lang="fa-IR" sz="1000" b="0" i="0" dirty="0">
                <a:solidFill>
                  <a:schemeClr val="bg1">
                    <a:lumMod val="50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 )</a:t>
            </a:r>
            <a:endParaRPr lang="en-US" sz="1000" b="0" i="0" dirty="0">
              <a:solidFill>
                <a:schemeClr val="bg1">
                  <a:lumMod val="50000"/>
                </a:schemeClr>
              </a:solidFill>
              <a:latin typeface="Yekan Bakh VF Regular" pitchFamily="2" charset="-78"/>
              <a:cs typeface="Yekan Bakh VF Regular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ECEB9-566E-2441-5BEB-E5BF69B9DCE7}"/>
              </a:ext>
            </a:extLst>
          </p:cNvPr>
          <p:cNvSpPr txBox="1"/>
          <p:nvPr userDrawn="1"/>
        </p:nvSpPr>
        <p:spPr>
          <a:xfrm>
            <a:off x="457200" y="671517"/>
            <a:ext cx="9669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Milli </a:t>
            </a:r>
            <a:r>
              <a:rPr lang="en-US" sz="11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Medium" pitchFamily="2" charset="77"/>
              </a:rPr>
              <a:t>Group</a:t>
            </a:r>
            <a:endParaRPr lang="en-US" sz="1100" b="0" i="0" dirty="0">
              <a:solidFill>
                <a:srgbClr val="FDB913"/>
              </a:solidFill>
              <a:latin typeface="Montserrat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19084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369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366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67D0273-494C-3D7F-DB64-79939AB08D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1013" y="4620661"/>
            <a:ext cx="6462248" cy="956704"/>
          </a:xfrm>
        </p:spPr>
        <p:txBody>
          <a:bodyPr anchor="ctr">
            <a:normAutofit/>
          </a:bodyPr>
          <a:lstStyle>
            <a:lvl1pPr marL="0" indent="0" algn="l" rtl="1">
              <a:buNone/>
              <a:defRPr sz="4400" b="0" i="0">
                <a:solidFill>
                  <a:schemeClr val="tx1"/>
                </a:solidFill>
                <a:latin typeface="Yekan Bakh VF Regular" pitchFamily="2" charset="-78"/>
                <a:cs typeface="Yekan Bakh VF Regular" pitchFamily="2" charset="-78"/>
              </a:defRPr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028FAA9-6622-1C49-2E1B-0724E2650DE8}"/>
              </a:ext>
            </a:extLst>
          </p:cNvPr>
          <p:cNvSpPr txBox="1">
            <a:spLocks/>
          </p:cNvSpPr>
          <p:nvPr userDrawn="1"/>
        </p:nvSpPr>
        <p:spPr>
          <a:xfrm>
            <a:off x="991013" y="4378357"/>
            <a:ext cx="775500" cy="385203"/>
          </a:xfrm>
        </p:spPr>
        <p:txBody>
          <a:bodyPr anchor="ctr">
            <a:noAutofit/>
          </a:bodyPr>
          <a:lstStyle>
            <a:lvl1pPr indent="0" algn="r" rt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>
                <a:solidFill>
                  <a:srgbClr val="061469"/>
                </a:solidFill>
                <a:latin typeface="Yekan Bakh FaNum ExtraBold" panose="00000900000000000000" pitchFamily="2" charset="-78"/>
                <a:cs typeface="Yekan Bakh FaNum ExtraBold" panose="00000900000000000000" pitchFamily="2" charset="-78"/>
              </a:defRPr>
            </a:lvl1pPr>
            <a:lvl2pPr indent="0" algn="r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2pPr>
            <a:lvl3pPr indent="0" algn="r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3pPr>
            <a:lvl4pPr indent="0" algn="r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4pPr>
            <a:lvl5pPr indent="0" algn="r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800" b="0" i="0" dirty="0">
                <a:solidFill>
                  <a:schemeClr val="bg1">
                    <a:lumMod val="65000"/>
                  </a:schemeClr>
                </a:solidFill>
                <a:latin typeface="Yekan Bakh VF Regular" pitchFamily="2" charset="-78"/>
                <a:cs typeface="Yekan Bakh VF Regular" pitchFamily="2" charset="-78"/>
              </a:rPr>
              <a:t>Sec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298E521-06F9-10F8-03A2-8B836AFB0F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6513" y="4328654"/>
            <a:ext cx="482857" cy="484607"/>
          </a:xfrm>
        </p:spPr>
        <p:txBody>
          <a:bodyPr anchor="ctr">
            <a:noAutofit/>
          </a:bodyPr>
          <a:lstStyle>
            <a:lvl1pPr marL="0" indent="0" algn="r" rtl="1">
              <a:buFont typeface="Arial" panose="020B0604020202020204" pitchFamily="34" charset="0"/>
              <a:buNone/>
              <a:defRPr lang="en-US" sz="1800" b="0" i="0" dirty="0">
                <a:solidFill>
                  <a:schemeClr val="bg1">
                    <a:lumMod val="65000"/>
                  </a:schemeClr>
                </a:solidFill>
                <a:latin typeface="Yekan Bakh VF Regular" pitchFamily="2" charset="-78"/>
                <a:cs typeface="Yekan Bakh VF Regular" pitchFamily="2" charset="-78"/>
              </a:defRPr>
            </a:lvl1pPr>
          </a:lstStyle>
          <a:p>
            <a:pPr marL="228600" lvl="0" indent="-228600" algn="r" rtl="1"/>
            <a:r>
              <a:rPr lang="fa-IR" dirty="0"/>
              <a:t>#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8957B1-CEC7-C281-D5B5-A7442E4654BB}"/>
              </a:ext>
            </a:extLst>
          </p:cNvPr>
          <p:cNvSpPr/>
          <p:nvPr userDrawn="1"/>
        </p:nvSpPr>
        <p:spPr>
          <a:xfrm>
            <a:off x="871985" y="4674501"/>
            <a:ext cx="119028" cy="849024"/>
          </a:xfrm>
          <a:prstGeom prst="roundRect">
            <a:avLst>
              <a:gd name="adj" fmla="val 28660"/>
            </a:avLst>
          </a:prstGeom>
          <a:solidFill>
            <a:srgbClr val="FDB913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39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ection 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67D0273-494C-3D7F-DB64-79939AB08D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57767" y="4674501"/>
            <a:ext cx="6462248" cy="956704"/>
          </a:xfrm>
        </p:spPr>
        <p:txBody>
          <a:bodyPr anchor="ctr">
            <a:normAutofit/>
          </a:bodyPr>
          <a:lstStyle>
            <a:lvl1pPr marL="0" indent="0" algn="r" rtl="1">
              <a:buNone/>
              <a:defRPr sz="4800">
                <a:solidFill>
                  <a:schemeClr val="bg1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defRPr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fa-IR" dirty="0"/>
              <a:t>عنوان بخش را بنویسید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028FAA9-6622-1C49-2E1B-0724E2650DE8}"/>
              </a:ext>
            </a:extLst>
          </p:cNvPr>
          <p:cNvSpPr txBox="1">
            <a:spLocks/>
          </p:cNvSpPr>
          <p:nvPr userDrawn="1"/>
        </p:nvSpPr>
        <p:spPr>
          <a:xfrm>
            <a:off x="10544515" y="4432251"/>
            <a:ext cx="775500" cy="385203"/>
          </a:xfrm>
        </p:spPr>
        <p:txBody>
          <a:bodyPr anchor="ctr">
            <a:noAutofit/>
          </a:bodyPr>
          <a:lstStyle>
            <a:lvl1pPr indent="0" algn="r" rt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>
                <a:solidFill>
                  <a:srgbClr val="061469"/>
                </a:solidFill>
                <a:latin typeface="Yekan Bakh FaNum ExtraBold" panose="00000900000000000000" pitchFamily="2" charset="-78"/>
                <a:cs typeface="Yekan Bakh FaNum ExtraBold" panose="00000900000000000000" pitchFamily="2" charset="-78"/>
              </a:defRPr>
            </a:lvl1pPr>
            <a:lvl2pPr indent="0" algn="r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2pPr>
            <a:lvl3pPr indent="0" algn="r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3pPr>
            <a:lvl4pPr indent="0" algn="r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4pPr>
            <a:lvl5pPr indent="0" algn="r" rtl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fa-IR" sz="1800" dirty="0">
                <a:solidFill>
                  <a:srgbClr val="FDB913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rPr>
              <a:t>بخش </a:t>
            </a:r>
            <a:endParaRPr lang="en-US" sz="1800" dirty="0">
              <a:solidFill>
                <a:srgbClr val="FDB913"/>
              </a:solidFill>
              <a:latin typeface="Yekan Bakh VF Regular" panose="00000500000000000000" pitchFamily="2" charset="-78"/>
              <a:cs typeface="Yekan Bakh VF Regular" panose="00000500000000000000" pitchFamily="2" charset="-78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298E521-06F9-10F8-03A2-8B836AFB0F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26039" y="4383647"/>
            <a:ext cx="482857" cy="484607"/>
          </a:xfrm>
        </p:spPr>
        <p:txBody>
          <a:bodyPr anchor="ctr">
            <a:noAutofit/>
          </a:bodyPr>
          <a:lstStyle>
            <a:lvl1pPr marL="0" indent="0" algn="ctr" rtl="1">
              <a:buFont typeface="Arial" panose="020B0604020202020204" pitchFamily="34" charset="0"/>
              <a:buNone/>
              <a:defRPr lang="en-US" sz="1800" dirty="0">
                <a:solidFill>
                  <a:srgbClr val="FDB913"/>
                </a:solidFill>
                <a:latin typeface="Yekan Bakh FaNum" panose="00000500000000000000" pitchFamily="2" charset="-78"/>
                <a:cs typeface="Yekan Bakh FaNum" panose="00000500000000000000" pitchFamily="2" charset="-78"/>
              </a:defRPr>
            </a:lvl1pPr>
          </a:lstStyle>
          <a:p>
            <a:pPr marL="228600" lvl="0" indent="-228600" algn="r" rtl="1"/>
            <a:r>
              <a:rPr lang="fa-IR" dirty="0"/>
              <a:t>#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8957B1-CEC7-C281-D5B5-A7442E4654BB}"/>
              </a:ext>
            </a:extLst>
          </p:cNvPr>
          <p:cNvSpPr/>
          <p:nvPr userDrawn="1"/>
        </p:nvSpPr>
        <p:spPr>
          <a:xfrm>
            <a:off x="11381740" y="4513125"/>
            <a:ext cx="119028" cy="849024"/>
          </a:xfrm>
          <a:prstGeom prst="roundRect">
            <a:avLst>
              <a:gd name="adj" fmla="val 28660"/>
            </a:avLst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80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437E45D-2929-4BD2-BE9F-22E477D455F1}"/>
              </a:ext>
            </a:extLst>
          </p:cNvPr>
          <p:cNvSpPr txBox="1"/>
          <p:nvPr userDrawn="1"/>
        </p:nvSpPr>
        <p:spPr>
          <a:xfrm>
            <a:off x="8374187" y="4987122"/>
            <a:ext cx="31886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200" b="1" i="0" dirty="0">
                <a:solidFill>
                  <a:schemeClr val="bg1"/>
                </a:solidFill>
                <a:latin typeface="Yekan Bakh VF Bold" pitchFamily="2" charset="-78"/>
                <a:cs typeface="Yekan Bakh VF Bold" pitchFamily="2" charset="-78"/>
              </a:rPr>
              <a:t>تشکر از توجه شما</a:t>
            </a:r>
            <a:endParaRPr lang="en-US" sz="3200" b="1" i="0" dirty="0">
              <a:solidFill>
                <a:schemeClr val="bg1"/>
              </a:solidFill>
              <a:latin typeface="Yekan Bakh VF Bold" pitchFamily="2" charset="-78"/>
              <a:cs typeface="Yekan Bakh VF Bold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055AA9-29B4-CE16-2CD5-D0640E087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1235" y="4639734"/>
            <a:ext cx="2503981" cy="84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49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39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437E45D-2929-4BD2-BE9F-22E477D455F1}"/>
              </a:ext>
            </a:extLst>
          </p:cNvPr>
          <p:cNvSpPr txBox="1"/>
          <p:nvPr userDrawn="1"/>
        </p:nvSpPr>
        <p:spPr>
          <a:xfrm>
            <a:off x="829368" y="4987122"/>
            <a:ext cx="2395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US" sz="3200" b="0" i="0" dirty="0">
                <a:solidFill>
                  <a:schemeClr val="bg1"/>
                </a:solidFill>
                <a:latin typeface="Montserrat Medium" pitchFamily="2" charset="77"/>
                <a:cs typeface="Yekan Bakh FaNum Black" panose="00000A00000000000000" pitchFamily="2" charset="-78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8A25F3-3656-5ED4-3439-27AE7646EB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91169" y="4639734"/>
            <a:ext cx="2503981" cy="84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67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39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437E45D-2929-4BD2-BE9F-22E477D455F1}"/>
              </a:ext>
            </a:extLst>
          </p:cNvPr>
          <p:cNvSpPr txBox="1"/>
          <p:nvPr userDrawn="1"/>
        </p:nvSpPr>
        <p:spPr>
          <a:xfrm>
            <a:off x="8354950" y="4987122"/>
            <a:ext cx="3207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200" dirty="0">
                <a:solidFill>
                  <a:schemeClr val="bg1"/>
                </a:solidFill>
                <a:latin typeface="Yekan Bakh VF Regular" panose="00000500000000000000" pitchFamily="2" charset="-78"/>
                <a:cs typeface="Yekan Bakh VF Regular" panose="00000500000000000000" pitchFamily="2" charset="-78"/>
              </a:rPr>
              <a:t>تشکر از توجه شما</a:t>
            </a:r>
            <a:endParaRPr lang="en-US" sz="3200" dirty="0">
              <a:solidFill>
                <a:schemeClr val="bg1"/>
              </a:solidFill>
              <a:latin typeface="Yekan Bakh VF Regular" panose="00000500000000000000" pitchFamily="2" charset="-78"/>
              <a:cs typeface="Yekan Bakh VF Regular" panose="000005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B5F98-0C3C-2EBB-35C8-229F59C150A9}"/>
              </a:ext>
            </a:extLst>
          </p:cNvPr>
          <p:cNvSpPr txBox="1"/>
          <p:nvPr userDrawn="1"/>
        </p:nvSpPr>
        <p:spPr>
          <a:xfrm>
            <a:off x="935367" y="5094843"/>
            <a:ext cx="147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latin typeface="Montserrat" pitchFamily="2" charset="77"/>
                <a:cs typeface="Yekan Bakh VF Bold" pitchFamily="2" charset="-78"/>
              </a:rPr>
              <a:t>Milli </a:t>
            </a:r>
            <a:r>
              <a:rPr lang="en-US" b="0" i="0" dirty="0">
                <a:solidFill>
                  <a:schemeClr val="bg1"/>
                </a:solidFill>
                <a:latin typeface="Montserrat" pitchFamily="2" charset="77"/>
                <a:cs typeface="Yekan Bakh VF Bold" pitchFamily="2" charset="-78"/>
              </a:rPr>
              <a:t>Group</a:t>
            </a:r>
            <a:endParaRPr lang="en-US" b="0" i="0" dirty="0">
              <a:solidFill>
                <a:srgbClr val="FDB913"/>
              </a:solidFill>
              <a:latin typeface="Montserrat" pitchFamily="2" charset="77"/>
              <a:cs typeface="Yekan Bakh VF Bol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65027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88" userDrawn="1">
          <p15:clr>
            <a:srgbClr val="FBAE40"/>
          </p15:clr>
        </p15:guide>
        <p15:guide id="4" orient="horz" pos="39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50CEB7-CA05-B78B-EA92-1B49D8149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82EDD-E4D3-C329-EF68-2221BD330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676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49" r:id="rId4"/>
    <p:sldLayoutId id="2147483673" r:id="rId5"/>
    <p:sldLayoutId id="2147483688" r:id="rId6"/>
    <p:sldLayoutId id="2147483695" r:id="rId7"/>
    <p:sldLayoutId id="2147483675" r:id="rId8"/>
    <p:sldLayoutId id="2147483672" r:id="rId9"/>
    <p:sldLayoutId id="2147483655" r:id="rId10"/>
    <p:sldLayoutId id="2147483680" r:id="rId11"/>
    <p:sldLayoutId id="2147483681" r:id="rId12"/>
    <p:sldLayoutId id="2147483685" r:id="rId13"/>
    <p:sldLayoutId id="2147483686" r:id="rId14"/>
    <p:sldLayoutId id="2147483674" r:id="rId15"/>
    <p:sldLayoutId id="2147483694" r:id="rId16"/>
    <p:sldLayoutId id="214748369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 Medium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Montserrat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Montserrat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Montserrat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Montserra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BE395F-5F07-B050-A547-A597A12F82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23869" y="2724763"/>
            <a:ext cx="7131791" cy="909061"/>
          </a:xfrm>
        </p:spPr>
        <p:txBody>
          <a:bodyPr>
            <a:norm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sz="4000" b="1" dirty="0">
              <a:latin typeface="Yekan Bakh VF Regular" panose="00000500000000000000" pitchFamily="2" charset="-78"/>
              <a:cs typeface="Yekan Bakh VF Regular" panose="00000500000000000000" pitchFamily="2" charset="-78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7EE57-FA6A-AAF1-D270-E10F9D2F44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312880" y="3468858"/>
            <a:ext cx="1295335" cy="483106"/>
          </a:xfrm>
        </p:spPr>
        <p:txBody>
          <a:bodyPr>
            <a:norm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fa-IR" b="1" dirty="0">
              <a:latin typeface="Yekan Bakh VF Light" panose="00000500000000000000" pitchFamily="2" charset="-78"/>
              <a:cs typeface="Yekan Bakh VF Light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9924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423265"/>
      </p:ext>
    </p:extLst>
  </p:cSld>
  <p:clrMapOvr>
    <a:masterClrMapping/>
  </p:clrMapOvr>
</p:sld>
</file>

<file path=ppt/theme/theme1.xml><?xml version="1.0" encoding="utf-8"?>
<a:theme xmlns:a="http://schemas.openxmlformats.org/drawingml/2006/main" name="Main Slides">
  <a:themeElements>
    <a:clrScheme name="Mill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23B5"/>
      </a:accent1>
      <a:accent2>
        <a:srgbClr val="06156A"/>
      </a:accent2>
      <a:accent3>
        <a:srgbClr val="06156A"/>
      </a:accent3>
      <a:accent4>
        <a:srgbClr val="FDB913"/>
      </a:accent4>
      <a:accent5>
        <a:srgbClr val="FF5050"/>
      </a:accent5>
      <a:accent6>
        <a:srgbClr val="00CC66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16876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Montserrat</vt:lpstr>
      <vt:lpstr>Montserrat Medium</vt:lpstr>
      <vt:lpstr>Yekan Bakh FaNum</vt:lpstr>
      <vt:lpstr>Yekan Bakh VF Black</vt:lpstr>
      <vt:lpstr>Yekan Bakh VF Bold</vt:lpstr>
      <vt:lpstr>Yekan Bakh VF Light</vt:lpstr>
      <vt:lpstr>Yekan Bakh VF Regular</vt:lpstr>
      <vt:lpstr>Main Slides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Amirhosein Keyhanpoor</dc:creator>
  <cp:lastModifiedBy>Shima Alizadeh</cp:lastModifiedBy>
  <cp:revision>245</cp:revision>
  <dcterms:created xsi:type="dcterms:W3CDTF">2024-09-22T12:42:01Z</dcterms:created>
  <dcterms:modified xsi:type="dcterms:W3CDTF">2026-08-23T11:57:29Z</dcterms:modified>
</cp:coreProperties>
</file>